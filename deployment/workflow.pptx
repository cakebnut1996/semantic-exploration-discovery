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F272-5442-F5BB-034E-8A7619C3B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04B5F-D704-5F5C-2423-E4A0B15FE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C7981-E302-4057-86E5-6706AEA27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11CD1-879A-954C-A1EA-5F9F1BFEC14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3BC54-DBAE-FA00-21DA-FC0FBA4AA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0269E-E7E7-599E-4DA6-64CBD523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9BB96-09CA-4D41-A7D6-250843D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5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C8E2-CBF8-8046-F2EC-0D3AD9F3C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08799-B5DA-90F8-A63F-3D8F5BEEE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CA890-D6E7-1963-628A-03AD2678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11CD1-879A-954C-A1EA-5F9F1BFEC14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8A2E3-AB57-C316-E871-EC50FA220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5A060-4858-8157-CB84-0AB47E67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9BB96-09CA-4D41-A7D6-250843D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8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D2382-B746-9FFB-BF7C-01559D7F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60CC8-DF20-9D6E-D5B5-0C93939F2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0AC29-D52D-CF61-1EDF-8FAE09F56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11CD1-879A-954C-A1EA-5F9F1BFEC14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A3577-0791-6D6D-AB51-0F3BC712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8DF24-3F97-E961-C94B-92A70021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9BB96-09CA-4D41-A7D6-250843D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5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46F47-ED4B-B081-9B59-D2533ADEB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9C1D5-9AED-4DF5-81B1-401326B35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06CCC-5010-FD91-117B-0015C12D1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E918D-C0C1-1ABE-3C58-7555BA39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11CD1-879A-954C-A1EA-5F9F1BFEC14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A9E3C-A719-2515-EEA8-DB8771C4B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06C79-8E27-C457-4995-83D1CF1C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9BB96-09CA-4D41-A7D6-250843D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40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A484-F14B-C2DD-84B8-6C190F81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9191E-284D-42DF-4E0D-21765A405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07C86-82A7-2EF7-F887-A6D31020C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1CC128-8EF1-4248-E5D3-88FB3169B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B19270-C6C2-0109-7EE1-537117004B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5554C-0161-FB9E-8AB9-BAEA326F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11CD1-879A-954C-A1EA-5F9F1BFEC14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A37559-3C6F-0C6E-4FEE-2E27DA287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4F22C3-2974-F800-0CEA-4C239147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9BB96-09CA-4D41-A7D6-250843D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5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A804-3CC9-5E67-34F6-9DBC04D33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54AF-82D1-BF1C-12FC-B70419C11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11CD1-879A-954C-A1EA-5F9F1BFEC14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3F874C-C756-6B86-BE76-AA108AC5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FC2A-52BE-2DB9-D98A-CB576E75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9BB96-09CA-4D41-A7D6-250843D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54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47AFA9-B8B9-73BA-E1C3-4F437010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11CD1-879A-954C-A1EA-5F9F1BFEC14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161C22-00E8-3FFF-5E3B-27821B124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CF6D1-964A-A612-E3BF-FF1E2F2D7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9BB96-09CA-4D41-A7D6-250843D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79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2BF9C-B697-BCDE-3876-5D5795939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D3FC0-A9E3-33D1-D230-2D2558090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761CD-FD32-0130-069A-ED166AA78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C4FB7-0365-67DB-BF5D-3326A3AE1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11CD1-879A-954C-A1EA-5F9F1BFEC14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3193F-5468-B352-6362-4AAED1BA0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5DB26-7142-8918-5341-4AC08A59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9BB96-09CA-4D41-A7D6-250843D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3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7B62-F6B8-6EA8-8942-EDE029F7A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C3F375-A8EC-20A5-FEDD-BF647EBB3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3AD2A-CF9E-ED39-B15C-38E353AF9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5FBEC-E6FC-CDB5-3A74-9D92151F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11CD1-879A-954C-A1EA-5F9F1BFEC14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9F9C0-66BE-6FDC-93F1-A931A0A7F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FBDDF-2AAE-EBA5-838A-61AC5863A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9BB96-09CA-4D41-A7D6-250843D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15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AA1FD-CF8E-BAA9-7618-8BF0FD885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E435C-2DC5-C8D1-DDCD-B50FB5073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9F4E8-6D28-6FCC-95C6-5E2AC7E6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11CD1-879A-954C-A1EA-5F9F1BFEC14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41B8B-DA4F-AEA8-3772-649F0396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3CEE0-A3B2-0ABE-6851-EA9AEA68A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9BB96-09CA-4D41-A7D6-250843D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90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05C72F-0346-B0B8-FFAE-C122E0A2C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7137A-6039-2BB3-AE83-110D85E2C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A28EC-041B-47FC-C379-F192F98A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11CD1-879A-954C-A1EA-5F9F1BFEC14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F6E40-F1D6-D08D-9B23-A64389378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17709-E0D4-FA97-0703-2CCE9462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9BB96-09CA-4D41-A7D6-250843D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12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BB75A-A7DB-B6A7-7FA1-0FEECB540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654D3-9645-1CBC-03C8-7CFD8E8CE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8F631-82FA-209D-A2D1-2AEC5F94F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11CD1-879A-954C-A1EA-5F9F1BFEC147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39371-9D59-83E8-3498-397E371A8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8A8BE-AAE1-4EC5-0857-4BBA259A9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9BB96-09CA-4D41-A7D6-250843D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3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Diagonal Corner Rectangle 3">
            <a:extLst>
              <a:ext uri="{FF2B5EF4-FFF2-40B4-BE49-F238E27FC236}">
                <a16:creationId xmlns:a16="http://schemas.microsoft.com/office/drawing/2014/main" id="{98D8E162-69D2-CCE0-76C0-75A03F14F6E8}"/>
              </a:ext>
            </a:extLst>
          </p:cNvPr>
          <p:cNvSpPr/>
          <p:nvPr/>
        </p:nvSpPr>
        <p:spPr>
          <a:xfrm>
            <a:off x="1010093" y="606056"/>
            <a:ext cx="2573079" cy="13078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database (raw)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C88EF5-89E4-92BD-1BA8-6EEA9311E3EF}"/>
              </a:ext>
            </a:extLst>
          </p:cNvPr>
          <p:cNvSpPr txBox="1"/>
          <p:nvPr/>
        </p:nvSpPr>
        <p:spPr>
          <a:xfrm>
            <a:off x="3583172" y="1023142"/>
            <a:ext cx="279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Needs to be replaced with production database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B994D6-EBC1-7714-FE14-932F6D6666E2}"/>
              </a:ext>
            </a:extLst>
          </p:cNvPr>
          <p:cNvSpPr/>
          <p:nvPr/>
        </p:nvSpPr>
        <p:spPr>
          <a:xfrm>
            <a:off x="1116418" y="2796363"/>
            <a:ext cx="2360428" cy="11589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Convert texts to embeddings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26250DD-D67E-FB73-7883-05AE99A5EF9A}"/>
              </a:ext>
            </a:extLst>
          </p:cNvPr>
          <p:cNvCxnSpPr>
            <a:cxnSpLocks/>
            <a:stCxn id="4" idx="1"/>
            <a:endCxn id="6" idx="0"/>
          </p:cNvCxnSpPr>
          <p:nvPr/>
        </p:nvCxnSpPr>
        <p:spPr>
          <a:xfrm flipH="1">
            <a:off x="2296632" y="1913860"/>
            <a:ext cx="1" cy="882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3BB43146-4376-94CD-EE00-74126100FCB0}"/>
              </a:ext>
            </a:extLst>
          </p:cNvPr>
          <p:cNvSpPr/>
          <p:nvPr/>
        </p:nvSpPr>
        <p:spPr>
          <a:xfrm>
            <a:off x="1010092" y="4660605"/>
            <a:ext cx="2573079" cy="13078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database (chroma)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E4FD86-1071-3E5C-61E4-A9511F53CC08}"/>
              </a:ext>
            </a:extLst>
          </p:cNvPr>
          <p:cNvCxnSpPr>
            <a:stCxn id="6" idx="2"/>
            <a:endCxn id="10" idx="3"/>
          </p:cNvCxnSpPr>
          <p:nvPr/>
        </p:nvCxnSpPr>
        <p:spPr>
          <a:xfrm>
            <a:off x="2296632" y="3955313"/>
            <a:ext cx="0" cy="705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EC7A522-4F28-4324-32E8-81FA2A2979A2}"/>
              </a:ext>
            </a:extLst>
          </p:cNvPr>
          <p:cNvSpPr txBox="1"/>
          <p:nvPr/>
        </p:nvSpPr>
        <p:spPr>
          <a:xfrm>
            <a:off x="3583172" y="5295658"/>
            <a:ext cx="279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Needs to be replaced with production 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5ED7BB-FFE0-D6F8-CBC7-C5F14FF41AA6}"/>
              </a:ext>
            </a:extLst>
          </p:cNvPr>
          <p:cNvSpPr txBox="1"/>
          <p:nvPr/>
        </p:nvSpPr>
        <p:spPr>
          <a:xfrm>
            <a:off x="379225" y="181743"/>
            <a:ext cx="3834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Ingestion Process (Offline)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A5CF00-F167-B2A1-344B-DDCF17502F0A}"/>
              </a:ext>
            </a:extLst>
          </p:cNvPr>
          <p:cNvSpPr txBox="1"/>
          <p:nvPr/>
        </p:nvSpPr>
        <p:spPr>
          <a:xfrm>
            <a:off x="5885121" y="181743"/>
            <a:ext cx="5940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Search &amp; Generation Process (Real-time)</a:t>
            </a:r>
          </a:p>
        </p:txBody>
      </p:sp>
      <p:sp>
        <p:nvSpPr>
          <p:cNvPr id="16" name="Snip Diagonal Corner Rectangle 15">
            <a:extLst>
              <a:ext uri="{FF2B5EF4-FFF2-40B4-BE49-F238E27FC236}">
                <a16:creationId xmlns:a16="http://schemas.microsoft.com/office/drawing/2014/main" id="{79C076B8-9773-7C9F-6D52-F748F31CD5C6}"/>
              </a:ext>
            </a:extLst>
          </p:cNvPr>
          <p:cNvSpPr/>
          <p:nvPr/>
        </p:nvSpPr>
        <p:spPr>
          <a:xfrm>
            <a:off x="7568610" y="606055"/>
            <a:ext cx="2573079" cy="1307804"/>
          </a:xfrm>
          <a:prstGeom prst="snip2Diag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query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472FF9B-78D1-1CF9-5DD6-6E7B6FF17FE6}"/>
              </a:ext>
            </a:extLst>
          </p:cNvPr>
          <p:cNvSpPr/>
          <p:nvPr/>
        </p:nvSpPr>
        <p:spPr>
          <a:xfrm>
            <a:off x="7674935" y="2174359"/>
            <a:ext cx="2360428" cy="8825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Query embedding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6F6E748-E78C-DF3E-7DCE-53BC06BA9F3E}"/>
              </a:ext>
            </a:extLst>
          </p:cNvPr>
          <p:cNvCxnSpPr>
            <a:stCxn id="17" idx="1"/>
            <a:endCxn id="10" idx="0"/>
          </p:cNvCxnSpPr>
          <p:nvPr/>
        </p:nvCxnSpPr>
        <p:spPr>
          <a:xfrm flipH="1">
            <a:off x="3583171" y="2615611"/>
            <a:ext cx="4091764" cy="2698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9255306-0A5B-01DB-CBE8-A2797F3EBE07}"/>
              </a:ext>
            </a:extLst>
          </p:cNvPr>
          <p:cNvSpPr txBox="1"/>
          <p:nvPr/>
        </p:nvSpPr>
        <p:spPr>
          <a:xfrm>
            <a:off x="4936169" y="3534075"/>
            <a:ext cx="1008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Search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5BDCA31-18BA-423E-6E7A-061AE5BF3DE0}"/>
              </a:ext>
            </a:extLst>
          </p:cNvPr>
          <p:cNvSpPr/>
          <p:nvPr/>
        </p:nvSpPr>
        <p:spPr>
          <a:xfrm>
            <a:off x="7674935" y="3561748"/>
            <a:ext cx="2360428" cy="8825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Generate answers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619FA7-94FC-B0C5-EB1F-6CBBEBB550A3}"/>
              </a:ext>
            </a:extLst>
          </p:cNvPr>
          <p:cNvCxnSpPr>
            <a:stCxn id="10" idx="0"/>
            <a:endCxn id="22" idx="1"/>
          </p:cNvCxnSpPr>
          <p:nvPr/>
        </p:nvCxnSpPr>
        <p:spPr>
          <a:xfrm flipV="1">
            <a:off x="3583171" y="4003000"/>
            <a:ext cx="4091764" cy="1311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A1A9489-9187-84B1-86BD-7DAD103855F4}"/>
              </a:ext>
            </a:extLst>
          </p:cNvPr>
          <p:cNvCxnSpPr>
            <a:stCxn id="16" idx="1"/>
            <a:endCxn id="17" idx="0"/>
          </p:cNvCxnSpPr>
          <p:nvPr/>
        </p:nvCxnSpPr>
        <p:spPr>
          <a:xfrm flipH="1">
            <a:off x="8855149" y="1913859"/>
            <a:ext cx="1" cy="260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6DE159B-EBD5-5251-8784-6599CEE344D7}"/>
              </a:ext>
            </a:extLst>
          </p:cNvPr>
          <p:cNvCxnSpPr>
            <a:stCxn id="17" idx="2"/>
            <a:endCxn id="22" idx="0"/>
          </p:cNvCxnSpPr>
          <p:nvPr/>
        </p:nvCxnSpPr>
        <p:spPr>
          <a:xfrm>
            <a:off x="8855149" y="3056862"/>
            <a:ext cx="0" cy="504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Snip Diagonal Corner Rectangle 30">
            <a:extLst>
              <a:ext uri="{FF2B5EF4-FFF2-40B4-BE49-F238E27FC236}">
                <a16:creationId xmlns:a16="http://schemas.microsoft.com/office/drawing/2014/main" id="{950725F2-1FE4-35CC-BE1D-8E47146D299D}"/>
              </a:ext>
            </a:extLst>
          </p:cNvPr>
          <p:cNvSpPr/>
          <p:nvPr/>
        </p:nvSpPr>
        <p:spPr>
          <a:xfrm>
            <a:off x="7568610" y="4821869"/>
            <a:ext cx="2573079" cy="1307804"/>
          </a:xfrm>
          <a:prstGeom prst="snip2Diag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Retrieved records with AI-generated synthesis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18F1CE2-8618-2008-E758-0E343A707E71}"/>
              </a:ext>
            </a:extLst>
          </p:cNvPr>
          <p:cNvCxnSpPr>
            <a:stCxn id="22" idx="2"/>
            <a:endCxn id="31" idx="3"/>
          </p:cNvCxnSpPr>
          <p:nvPr/>
        </p:nvCxnSpPr>
        <p:spPr>
          <a:xfrm>
            <a:off x="8855149" y="4444251"/>
            <a:ext cx="1" cy="377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377F4B0-B372-715F-A09D-48D62E0FA5E3}"/>
              </a:ext>
            </a:extLst>
          </p:cNvPr>
          <p:cNvSpPr txBox="1"/>
          <p:nvPr/>
        </p:nvSpPr>
        <p:spPr>
          <a:xfrm>
            <a:off x="10035363" y="3691272"/>
            <a:ext cx="2234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Needs to supply LLM API access token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8E2FC0-2738-24DD-5AF6-4352C19B7D82}"/>
              </a:ext>
            </a:extLst>
          </p:cNvPr>
          <p:cNvSpPr txBox="1"/>
          <p:nvPr/>
        </p:nvSpPr>
        <p:spPr>
          <a:xfrm>
            <a:off x="5827531" y="4499424"/>
            <a:ext cx="1158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Relevant records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2356F6-DFEB-3555-A548-065F3FCC18BE}"/>
              </a:ext>
            </a:extLst>
          </p:cNvPr>
          <p:cNvSpPr txBox="1"/>
          <p:nvPr/>
        </p:nvSpPr>
        <p:spPr>
          <a:xfrm>
            <a:off x="10141689" y="5297510"/>
            <a:ext cx="2234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Needs to have a separate UI</a:t>
            </a:r>
          </a:p>
        </p:txBody>
      </p:sp>
    </p:spTree>
    <p:extLst>
      <p:ext uri="{BB962C8B-B14F-4D97-AF65-F5344CB8AC3E}">
        <p14:creationId xmlns:p14="http://schemas.microsoft.com/office/powerpoint/2010/main" val="494689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67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Pan, Melrose</dc:creator>
  <cp:lastModifiedBy>Pan, Melrose</cp:lastModifiedBy>
  <cp:revision>1</cp:revision>
  <dcterms:created xsi:type="dcterms:W3CDTF">2026-08-31T20:34:30Z</dcterms:created>
  <dcterms:modified xsi:type="dcterms:W3CDTF">2026-08-31T21:23:52Z</dcterms:modified>
</cp:coreProperties>
</file>